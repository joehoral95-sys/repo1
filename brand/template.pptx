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media/image10.svg" ContentType="image/svg+xml"/>
  <Override PartName="/ppt/media/image12.svg" ContentType="image/svg+xml"/>
  <Override PartName="/ppt/media/image2.svg" ContentType="image/svg+xml"/>
  <Override PartName="/ppt/media/image4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Relationship Id="rId7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8"/>
  </p:notesMasterIdLst>
  <p:sldIdLst/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B877E1B-C396-DAEE-4BCC-0CF2C4BD337A}" name="Bruce Rod" initials="BR" userId="S::BRod@soa.org::4a1138b7-a0ce-4ef6-947d-561fe3337875" providerId="AD"/>
  <p188:author id="{F6E6889D-DF38-CFC6-8E01-3C785E4498B1}" name="Sierra Bass" initials="" userId="S::sbass@yesandagency.com::52c88ab4-1a92-49f7-b10c-7408ceed9bc7" providerId="AD"/>
  <p188:author id="{345284A0-201C-1F3A-80EF-B1169999DA31}" name="Elizabeth Braithwaite" initials="EB" userId="S::EBraithwaite@yesandlipmanhearne.com::c37983c0-ed09-4c1f-81e3-fabb9833bcd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CFD7"/>
    <a:srgbClr val="09236A"/>
    <a:srgbClr val="8F88F8"/>
    <a:srgbClr val="FFD61A"/>
    <a:srgbClr val="FFEC7E"/>
    <a:srgbClr val="52C8FF"/>
    <a:srgbClr val="0052B8"/>
    <a:srgbClr val="0633A4"/>
    <a:srgbClr val="E8F3FB"/>
    <a:srgbClr val="F7D6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45"/>
    <p:restoredTop sz="94589"/>
  </p:normalViewPr>
  <p:slideViewPr>
    <p:cSldViewPr snapToGrid="0">
      <p:cViewPr varScale="1">
        <p:scale>
          <a:sx n="115" d="100"/>
          <a:sy n="115" d="100"/>
        </p:scale>
        <p:origin x="108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70CFFD-0BF3-FE40-A9D8-21DB6178C6A4}" type="datetimeFigureOut">
              <a:rPr lang="en-US" smtClean="0"/>
              <a:t>7/7/26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207FEC-FEA8-FF44-8943-CA9F6D5E6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974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2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2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2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2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2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2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5.emf"/><Relationship Id="rId4" Type="http://schemas.openxmlformats.org/officeDocument/2006/relationships/image" Target="../media/image2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2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2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emf"/><Relationship Id="rId3" Type="http://schemas.openxmlformats.org/officeDocument/2006/relationships/image" Target="../media/image2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svg"/><Relationship Id="rId3" Type="http://schemas.openxmlformats.org/officeDocument/2006/relationships/image" Target="../media/image2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emf"/><Relationship Id="rId3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lte Slide 1 Blu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9226FD5-5F34-31F6-FC1F-D94EB6F5B8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rcRect r="62328" b="19774"/>
          <a:stretch/>
        </p:blipFill>
        <p:spPr>
          <a:xfrm>
            <a:off x="7031842" y="-16003"/>
            <a:ext cx="5170668" cy="689062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1F3CA1-750E-9F7C-431B-882B99831E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3902" y="415768"/>
            <a:ext cx="9829800" cy="2278794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79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BA4027D-A46C-193D-ACC4-00C2B060E1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5946816"/>
            <a:ext cx="1428750" cy="457200"/>
          </a:xfrm>
          <a:prstGeom prst="rect">
            <a:avLst/>
          </a:prstGeom>
        </p:spPr>
      </p:pic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1E095C3F-8BC3-AB9C-DA71-0498E105EF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73903" y="2860000"/>
            <a:ext cx="9829800" cy="569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2000" spc="300">
                <a:solidFill>
                  <a:schemeClr val="accent2"/>
                </a:solidFill>
                <a:latin typeface="Tenorite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61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Option 2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74BFF589-323E-B55C-2BBB-3C443DC321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9097" y="1215957"/>
            <a:ext cx="5965503" cy="5178281"/>
          </a:xfrm>
          <a:prstGeom prst="rect">
            <a:avLst/>
          </a:prstGeom>
        </p:spPr>
        <p:txBody>
          <a:bodyPr/>
          <a:lstStyle>
            <a:lvl1pPr marL="457200" marR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3000">
                <a:solidFill>
                  <a:schemeClr val="accent1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1A4FD80B-0FC4-D452-44B5-C4ECFDA066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680" y="304460"/>
            <a:ext cx="9509760" cy="6400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000">
                <a:solidFill>
                  <a:schemeClr val="accent2"/>
                </a:solidFill>
                <a:latin typeface="Tenorite" pitchFamily="2" charset="0"/>
              </a:defRPr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C8B6063-5004-A51F-C85B-D0E89FF0EC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latin typeface="+mn-lt"/>
              </a:defRPr>
            </a:lvl1pPr>
          </a:lstStyle>
          <a:p>
            <a:fld id="{F01E0726-CAE2-8245-9850-8359C3A7F105}" type="slidenum">
              <a:rPr lang="en-US" smtClean="0"/>
              <a:pPr/>
              <a:t>‹#›</a:t>
            </a:fld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55D8003-5D63-3932-D694-6D08F8855D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08336" y="424150"/>
            <a:ext cx="142875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143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D2AD4C5-BB3A-D8A5-99EC-D92A573D13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9068" y="336184"/>
            <a:ext cx="11430000" cy="6400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400" b="1" i="0">
                <a:solidFill>
                  <a:schemeClr val="accent2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9D47B65-8F77-F12B-E434-9192620BC8B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latin typeface="+mn-lt"/>
              </a:defRPr>
            </a:lvl1pPr>
          </a:lstStyle>
          <a:p>
            <a:fld id="{F01E0726-CAE2-8245-9850-8359C3A7F105}" type="slidenum">
              <a:rPr lang="en-US" smtClean="0"/>
              <a:pPr/>
              <a:t>‹#›</a:t>
            </a:fld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84E67FA-9367-1B0F-EE62-3A514CE59C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5946816"/>
            <a:ext cx="1428750" cy="4572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5FB07B-0526-2307-7D0F-D0EF4DC688A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81000" y="1128713"/>
            <a:ext cx="11430000" cy="47386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05621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D2AD4C5-BB3A-D8A5-99EC-D92A573D13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280" y="336184"/>
            <a:ext cx="11430000" cy="6400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400" b="1" i="0">
                <a:solidFill>
                  <a:schemeClr val="accent2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FFA7749-00C5-CE2C-96BE-AA4F12D154E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5530" y="1136833"/>
            <a:ext cx="11369269" cy="3937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1800" spc="300">
                <a:solidFill>
                  <a:schemeClr val="accent2"/>
                </a:solidFill>
                <a:latin typeface="Tenorite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9D47B65-8F77-F12B-E434-9192620BC8B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fld id="{F01E0726-CAE2-8245-9850-8359C3A7F10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848F612-00BD-44CB-F9F2-0342A0C9F4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5946816"/>
            <a:ext cx="1428750" cy="4572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9436E24-BF61-5F1B-D52A-84FECD38C139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4963" y="1654175"/>
            <a:ext cx="5530850" cy="41830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1D9109D-9927-B672-7376-EF3CB3240E63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173787" y="1688332"/>
            <a:ext cx="5530850" cy="41830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4115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D2AD4C5-BB3A-D8A5-99EC-D92A573D13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280" y="336184"/>
            <a:ext cx="11430000" cy="6400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400" b="1" i="0">
                <a:solidFill>
                  <a:schemeClr val="accent2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9D47B65-8F77-F12B-E434-9192620BC8B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latin typeface="+mn-lt"/>
              </a:defRPr>
            </a:lvl1pPr>
          </a:lstStyle>
          <a:p>
            <a:fld id="{F01E0726-CAE2-8245-9850-8359C3A7F105}" type="slidenum">
              <a:rPr lang="en-US" smtClean="0"/>
              <a:pPr/>
              <a:t>‹#›</a:t>
            </a:fld>
            <a:endParaRPr lang="en-US">
              <a:solidFill>
                <a:schemeClr val="accent1"/>
              </a:solidFill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84AE4C70-A8E6-F5E0-EA82-FFFF9516115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34963" y="2023954"/>
            <a:ext cx="5459412" cy="374454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59CDB9D-723F-35B4-0F0B-F5F687D69DC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448425" y="2010627"/>
            <a:ext cx="5408612" cy="375835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09B40D-14CB-ED12-09D3-BFC08179294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4963" y="1214359"/>
            <a:ext cx="5459412" cy="57150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accent1"/>
                </a:solidFill>
                <a:latin typeface="+mj-lt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9FFE1C30-670E-F387-6B30-D73325AA928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5946816"/>
            <a:ext cx="1428750" cy="457200"/>
          </a:xfrm>
          <a:prstGeom prst="rect">
            <a:avLst/>
          </a:prstGeom>
        </p:spPr>
      </p:pic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3889C378-ACCB-5FDF-2C32-53B83FB11C0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423025" y="1180971"/>
            <a:ext cx="5459412" cy="571500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accent1"/>
                </a:solidFill>
                <a:latin typeface="+mj-lt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4460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BE943B3-7D2E-033B-666E-C44C42A2A76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34098" y="0"/>
            <a:ext cx="6057902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C5CA251-A984-19CA-2795-112956DB7F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280" y="338082"/>
            <a:ext cx="5276088" cy="6400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400" b="1" i="0">
                <a:solidFill>
                  <a:schemeClr val="accent2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870B57E-0912-4A41-BB3D-F614FD09C1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latin typeface="+mn-lt"/>
              </a:defRPr>
            </a:lvl1pPr>
          </a:lstStyle>
          <a:p>
            <a:fld id="{F01E0726-CAE2-8245-9850-8359C3A7F105}" type="slidenum">
              <a:rPr lang="en-US" smtClean="0"/>
              <a:pPr/>
              <a:t>‹#›</a:t>
            </a:fld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52375D1-D7C4-6AE2-ABF6-789F91CF90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5946816"/>
            <a:ext cx="1428750" cy="45720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99F244-6CED-2F4A-91F1-F0969E5CB2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4963" y="1187450"/>
            <a:ext cx="5443537" cy="4572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94166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98FC8B-40BF-5CB0-C6DA-27EF29A027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505759" y="6204857"/>
            <a:ext cx="505747" cy="50055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CA388AC-F1B0-7C58-0849-550E95312A1E}"/>
              </a:ext>
            </a:extLst>
          </p:cNvPr>
          <p:cNvSpPr/>
          <p:nvPr userDrawn="1"/>
        </p:nvSpPr>
        <p:spPr>
          <a:xfrm>
            <a:off x="8039101" y="0"/>
            <a:ext cx="4152900" cy="6858000"/>
          </a:xfrm>
          <a:prstGeom prst="rect">
            <a:avLst/>
          </a:prstGeom>
          <a:solidFill>
            <a:srgbClr val="52C8FF"/>
          </a:solidFill>
          <a:ln>
            <a:noFill/>
          </a:ln>
        </p:spPr>
        <p:txBody>
          <a:bodyPr spcFirstLastPara="1" wrap="square" lIns="101600" tIns="101600" rIns="101600" bIns="101600" rtlCol="0" anchor="t" anchorCtr="0">
            <a:noAutofit/>
          </a:bodyPr>
          <a:lstStyle/>
          <a:p>
            <a:pPr algn="l">
              <a:lnSpc>
                <a:spcPct val="90000"/>
              </a:lnSpc>
              <a:buClr>
                <a:srgbClr val="FFFFFF"/>
              </a:buClr>
              <a:buSzPts val="4800"/>
            </a:pPr>
            <a:endParaRPr lang="en-US" sz="4800" b="0" i="0">
              <a:solidFill>
                <a:srgbClr val="8F88F8"/>
              </a:solidFill>
              <a:latin typeface="Tenorite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56820CE-7507-7D36-F523-32908BDDCF1B}"/>
              </a:ext>
            </a:extLst>
          </p:cNvPr>
          <p:cNvSpPr txBox="1">
            <a:spLocks/>
          </p:cNvSpPr>
          <p:nvPr userDrawn="1"/>
        </p:nvSpPr>
        <p:spPr>
          <a:xfrm>
            <a:off x="8390891" y="602185"/>
            <a:ext cx="860545" cy="103265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8800" b="0" i="0" kern="1200">
                <a:solidFill>
                  <a:srgbClr val="E7F2FA"/>
                </a:solidFill>
                <a:latin typeface="Arboria Medium" panose="02000000000000000000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0" b="1">
                <a:solidFill>
                  <a:srgbClr val="09236A"/>
                </a:solidFill>
                <a:latin typeface="+mj-lt"/>
              </a:rPr>
              <a:t>“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3ED1128D-67BB-7DB8-7D36-E50370FD84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280" y="336370"/>
            <a:ext cx="7200325" cy="6400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400" b="1" i="0">
                <a:solidFill>
                  <a:schemeClr val="accent2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8133833-624F-C483-EC3C-762F63A879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477096" y="1490472"/>
            <a:ext cx="3211408" cy="412274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5000"/>
              </a:lnSpc>
              <a:buNone/>
              <a:defRPr sz="4000" b="1">
                <a:solidFill>
                  <a:srgbClr val="09236A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B7787F95-637C-444B-CD77-7CE733395F9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F01E0726-CAE2-8245-9850-8359C3A7F105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F8673C5-E5E9-59DE-3F62-580B5F07ED64}"/>
              </a:ext>
            </a:extLst>
          </p:cNvPr>
          <p:cNvSpPr txBox="1">
            <a:spLocks/>
          </p:cNvSpPr>
          <p:nvPr userDrawn="1"/>
        </p:nvSpPr>
        <p:spPr>
          <a:xfrm>
            <a:off x="11075486" y="5076310"/>
            <a:ext cx="860545" cy="103265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8800" b="0" i="0" kern="1200">
                <a:solidFill>
                  <a:srgbClr val="E7F2FA"/>
                </a:solidFill>
                <a:latin typeface="Arboria Medium" panose="02000000000000000000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0000" b="1">
                <a:solidFill>
                  <a:srgbClr val="09236A"/>
                </a:solidFill>
                <a:latin typeface="+mj-lt"/>
              </a:rPr>
              <a:t>”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C2899597-B3EF-1A4B-881D-6522366B98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5946816"/>
            <a:ext cx="1428750" cy="4572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77230A8-84AF-F028-3680-405109F25BF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166813"/>
            <a:ext cx="7200900" cy="45926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1989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Diagr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C5F6FB83-971F-D3B0-D25A-86E92B81C4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280" y="338328"/>
            <a:ext cx="11430000" cy="6400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400" b="1" i="0">
                <a:solidFill>
                  <a:schemeClr val="accent2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A21143D-D746-704E-9D19-670BC43BB50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latin typeface="+mn-lt"/>
              </a:defRPr>
            </a:lvl1pPr>
          </a:lstStyle>
          <a:p>
            <a:fld id="{F01E0726-CAE2-8245-9850-8359C3A7F105}" type="slidenum">
              <a:rPr lang="en-US" smtClean="0"/>
              <a:pPr/>
              <a:t>‹#›</a:t>
            </a:fld>
            <a:endParaRPr lang="en-US">
              <a:solidFill>
                <a:schemeClr val="accent1"/>
              </a:solidFill>
            </a:endParaRPr>
          </a:p>
        </p:txBody>
      </p:sp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38A96B9E-7298-8350-63BB-4DEBBAEA1BD6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360363" y="1225550"/>
            <a:ext cx="5418137" cy="44148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BCF3F56-32AD-A9A0-77E3-6DD09489BD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67438" y="1225550"/>
            <a:ext cx="5597525" cy="4414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F2B3B9A6-7033-C29B-00F3-466E44E4366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5946816"/>
            <a:ext cx="142875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365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0046643D-6156-A0E0-6714-90CD525BE9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280" y="338082"/>
            <a:ext cx="11430000" cy="6400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400" b="1" i="0">
                <a:solidFill>
                  <a:schemeClr val="accent2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55390CF-B930-B1F0-1655-59F8B5E9BA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3293" y="3718054"/>
            <a:ext cx="2647560" cy="18288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5000"/>
              </a:lnSpc>
              <a:buNone/>
              <a:defRPr sz="2000" b="1">
                <a:solidFill>
                  <a:schemeClr val="accent1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B0552268-6EFE-0350-BC9C-D70A9C485D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55910" y="3718055"/>
            <a:ext cx="2647560" cy="18288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5000"/>
              </a:lnSpc>
              <a:buNone/>
              <a:defRPr sz="2000" b="1">
                <a:solidFill>
                  <a:schemeClr val="accent1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CDF43F9B-5FBA-59FA-EACD-1A7B056429D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18527" y="3718054"/>
            <a:ext cx="2647560" cy="18288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5FD5F3B7-EE26-7012-5D95-33F6E92B923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081144" y="3719599"/>
            <a:ext cx="2647560" cy="18288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F3D507-767A-FAF8-3B84-7490F4418A2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latin typeface="+mn-lt"/>
              </a:defRPr>
            </a:lvl1pPr>
          </a:lstStyle>
          <a:p>
            <a:fld id="{F01E0726-CAE2-8245-9850-8359C3A7F105}" type="slidenum">
              <a:rPr lang="en-US" smtClean="0"/>
              <a:pPr/>
              <a:t>‹#›</a:t>
            </a:fld>
            <a:endParaRPr lang="en-US">
              <a:solidFill>
                <a:schemeClr val="accent1"/>
              </a:solidFill>
            </a:endParaRP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8284D0C5-FB5C-4364-85BB-967041743C19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93294" y="1816100"/>
            <a:ext cx="2647560" cy="1268413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2" name="Content Placeholder 20">
            <a:extLst>
              <a:ext uri="{FF2B5EF4-FFF2-40B4-BE49-F238E27FC236}">
                <a16:creationId xmlns:a16="http://schemas.microsoft.com/office/drawing/2014/main" id="{7FCF1E41-8C1E-1E9A-69C7-E05B34BB63EA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355910" y="1816100"/>
            <a:ext cx="2647560" cy="1268413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4" name="Content Placeholder 20">
            <a:extLst>
              <a:ext uri="{FF2B5EF4-FFF2-40B4-BE49-F238E27FC236}">
                <a16:creationId xmlns:a16="http://schemas.microsoft.com/office/drawing/2014/main" id="{291A302A-96F5-B922-DBD5-F2D1B377E717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221030" y="1816100"/>
            <a:ext cx="2647560" cy="1268413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5" name="Content Placeholder 20">
            <a:extLst>
              <a:ext uri="{FF2B5EF4-FFF2-40B4-BE49-F238E27FC236}">
                <a16:creationId xmlns:a16="http://schemas.microsoft.com/office/drawing/2014/main" id="{B0840120-4E83-171F-36B5-C10E5690FAC6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9087240" y="1816100"/>
            <a:ext cx="2647560" cy="1268413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0A6ADD9-3245-1D0A-51A5-7DAC3DAF59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5946816"/>
            <a:ext cx="142875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898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04F9DF1-AEA6-E8F2-5A3E-8431DC86B9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87889" y="1773835"/>
            <a:ext cx="4663762" cy="3644900"/>
          </a:xfrm>
          <a:prstGeom prst="rect">
            <a:avLst/>
          </a:prstGeom>
        </p:spPr>
        <p:txBody>
          <a:bodyPr/>
          <a:lstStyle>
            <a:lvl1pPr marL="460375" marR="0" indent="-460375" algn="l" defTabSz="914400" rtl="0" eaLnBrk="1" fontAlgn="auto" latinLnBrk="0" hangingPunct="1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Tx/>
              <a:buSzPct val="2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tabLst/>
              <a:defRPr sz="2400" b="1">
                <a:solidFill>
                  <a:schemeClr val="accent1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7AF93BD5-E703-0875-5FFF-D12A80962A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280" y="338082"/>
            <a:ext cx="11430000" cy="6400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400" b="1" i="0">
                <a:solidFill>
                  <a:schemeClr val="accent2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60CDF77-D1AC-4CBB-7CA9-8094FDF2C8A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latin typeface="+mn-lt"/>
              </a:defRPr>
            </a:lvl1pPr>
          </a:lstStyle>
          <a:p>
            <a:fld id="{F01E0726-CAE2-8245-9850-8359C3A7F105}" type="slidenum">
              <a:rPr lang="en-US" smtClean="0"/>
              <a:pPr/>
              <a:t>‹#›</a:t>
            </a:fld>
            <a:endParaRPr lang="en-US">
              <a:solidFill>
                <a:schemeClr val="accent1"/>
              </a:solidFill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C1625B41-BA16-429C-932B-FFA0226B1AC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60363" y="1773238"/>
            <a:ext cx="5735637" cy="39703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9B77BA6-7965-3BEA-D96D-7EF5527D1D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5946816"/>
            <a:ext cx="142875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135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7317F388-66C1-6621-5769-97F83B1A62D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8164" y="1757793"/>
            <a:ext cx="5747836" cy="388774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5000"/>
              </a:lnSpc>
              <a:buNone/>
              <a:defRPr sz="240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7AF93BD5-E703-0875-5FFF-D12A80962A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280" y="338082"/>
            <a:ext cx="11430000" cy="6400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400" b="1" i="0">
                <a:solidFill>
                  <a:schemeClr val="accent2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B3B4CAF1-A5B5-682C-43AF-74ADE82D801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88200" y="4356467"/>
            <a:ext cx="4656138" cy="1050063"/>
          </a:xfrm>
          <a:prstGeom prst="rect">
            <a:avLst/>
          </a:prstGeom>
        </p:spPr>
        <p:txBody>
          <a:bodyPr/>
          <a:lstStyle>
            <a:lvl1pPr marL="460375" indent="-460375">
              <a:lnSpc>
                <a:spcPct val="105000"/>
              </a:lnSpc>
              <a:buSzPct val="2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tabLst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94B14052-2B71-8576-69B1-0FBAAD449D0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179760" y="1757436"/>
            <a:ext cx="4664075" cy="1050063"/>
          </a:xfrm>
          <a:prstGeom prst="rect">
            <a:avLst/>
          </a:prstGeom>
        </p:spPr>
        <p:txBody>
          <a:bodyPr/>
          <a:lstStyle>
            <a:lvl1pPr marL="460375" indent="-460375">
              <a:lnSpc>
                <a:spcPct val="105000"/>
              </a:lnSpc>
              <a:buSzPct val="2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tabLst/>
              <a:defRPr sz="2400">
                <a:solidFill>
                  <a:schemeClr val="accent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US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4A472937-BC60-020E-A9EC-5FF16ACB539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80263" y="3056951"/>
            <a:ext cx="4664075" cy="1050063"/>
          </a:xfrm>
          <a:prstGeom prst="rect">
            <a:avLst/>
          </a:prstGeom>
        </p:spPr>
        <p:txBody>
          <a:bodyPr/>
          <a:lstStyle>
            <a:lvl1pPr marL="460375" indent="-460375">
              <a:lnSpc>
                <a:spcPct val="105000"/>
              </a:lnSpc>
              <a:buSzPct val="2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tabLst/>
              <a:defRPr sz="2400">
                <a:solidFill>
                  <a:schemeClr val="accent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238975-8F50-AAC4-F920-E2854F81EE7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latin typeface="+mn-lt"/>
              </a:defRPr>
            </a:lvl1pPr>
          </a:lstStyle>
          <a:p>
            <a:fld id="{F01E0726-CAE2-8245-9850-8359C3A7F10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C71077-C190-D482-EB40-5C758633727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5946816"/>
            <a:ext cx="142875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4259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36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A834A53-03BD-9EDE-D072-7272E98F3C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280" y="338328"/>
            <a:ext cx="11430000" cy="6400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400" b="1" i="0">
                <a:solidFill>
                  <a:schemeClr val="accent2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827B48C8-E8FE-3632-22E7-68A5E71CF69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43378" y="1772490"/>
            <a:ext cx="5257800" cy="3657600"/>
          </a:xfrm>
          <a:prstGeom prst="rect">
            <a:avLst/>
          </a:prstGeom>
        </p:spPr>
        <p:txBody>
          <a:bodyPr/>
          <a:lstStyle>
            <a:lvl1pPr marL="460375" marR="0" indent="-460375" algn="l" defTabSz="914400" rtl="0" eaLnBrk="1" fontAlgn="auto" latinLnBrk="0" hangingPunct="1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Tx/>
              <a:buSzPct val="2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tabLst/>
              <a:defRPr sz="2400" b="1">
                <a:solidFill>
                  <a:schemeClr val="accent1"/>
                </a:solidFill>
                <a:latin typeface="Tenorite" pitchFamily="2" charset="0"/>
              </a:defRPr>
            </a:lvl1pPr>
          </a:lstStyle>
          <a:p>
            <a:pPr lvl="0"/>
            <a:r>
              <a:rPr lang="en-US"/>
              <a:t>Click here to add text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D4729CA7-8CDF-E4A3-AEBD-06B126DC2FF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0822" y="1772490"/>
            <a:ext cx="5257800" cy="3657600"/>
          </a:xfrm>
          <a:prstGeom prst="rect">
            <a:avLst/>
          </a:prstGeom>
        </p:spPr>
        <p:txBody>
          <a:bodyPr/>
          <a:lstStyle>
            <a:lvl1pPr marL="460375" marR="0" indent="-460375" algn="l" defTabSz="914400" rtl="0" eaLnBrk="1" fontAlgn="auto" latinLnBrk="0" hangingPunct="1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Tx/>
              <a:buSzPct val="2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tabLst/>
              <a:defRPr sz="2400" b="1">
                <a:solidFill>
                  <a:schemeClr val="accent1"/>
                </a:solidFill>
                <a:latin typeface="Tenorite" pitchFamily="2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here to add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08AC4-C016-B3B3-E803-7B536F6C319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latin typeface="+mn-lt"/>
              </a:defRPr>
            </a:lvl1pPr>
          </a:lstStyle>
          <a:p>
            <a:fld id="{F01E0726-CAE2-8245-9850-8359C3A7F10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3D4FF9D-4FA4-976F-160B-0C0A6F8489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5946816"/>
            <a:ext cx="142875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4562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A834A53-03BD-9EDE-D072-7272E98F3C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280" y="335526"/>
            <a:ext cx="11430000" cy="6400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400" b="1" i="0">
                <a:solidFill>
                  <a:schemeClr val="accent2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1F8692-EFDC-65EE-A57B-8525E987BA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5278" y="1784190"/>
            <a:ext cx="5349240" cy="1051560"/>
          </a:xfrm>
          <a:prstGeom prst="rect">
            <a:avLst/>
          </a:prstGeom>
        </p:spPr>
        <p:txBody>
          <a:bodyPr/>
          <a:lstStyle>
            <a:lvl1pPr marL="460375" indent="-460375">
              <a:lnSpc>
                <a:spcPct val="105000"/>
              </a:lnSpc>
              <a:buSzPct val="2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tabLst/>
              <a:defRPr sz="2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F3FB6EF-6465-46ED-B177-E1FCA7CDBE6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5279" y="3027068"/>
            <a:ext cx="5349240" cy="1051560"/>
          </a:xfrm>
          <a:prstGeom prst="rect">
            <a:avLst/>
          </a:prstGeom>
        </p:spPr>
        <p:txBody>
          <a:bodyPr/>
          <a:lstStyle>
            <a:lvl1pPr marL="412750" indent="-412750">
              <a:lnSpc>
                <a:spcPct val="105000"/>
              </a:lnSpc>
              <a:buSzPct val="2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tabLst/>
              <a:defRPr sz="2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A010D5AE-6335-A59A-B3AF-68E375EEF4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5279" y="4287060"/>
            <a:ext cx="5349240" cy="1051560"/>
          </a:xfrm>
          <a:prstGeom prst="rect">
            <a:avLst/>
          </a:prstGeom>
        </p:spPr>
        <p:txBody>
          <a:bodyPr/>
          <a:lstStyle>
            <a:lvl1pPr marL="460375" indent="-460375">
              <a:lnSpc>
                <a:spcPct val="105000"/>
              </a:lnSpc>
              <a:buSzPct val="2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tabLst/>
              <a:defRPr sz="2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3B6699A-D2BF-9B47-F4E6-09FC4233CE2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07481" y="1784190"/>
            <a:ext cx="5349240" cy="1051560"/>
          </a:xfrm>
          <a:prstGeom prst="rect">
            <a:avLst/>
          </a:prstGeom>
        </p:spPr>
        <p:txBody>
          <a:bodyPr/>
          <a:lstStyle>
            <a:lvl1pPr marL="460375" indent="-460375">
              <a:lnSpc>
                <a:spcPct val="105000"/>
              </a:lnSpc>
              <a:buSzPct val="2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tabLst/>
              <a:defRPr sz="2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541F22EF-22B6-3E99-002B-F31F0276AAE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07481" y="3027068"/>
            <a:ext cx="5349240" cy="1051560"/>
          </a:xfrm>
          <a:prstGeom prst="rect">
            <a:avLst/>
          </a:prstGeom>
        </p:spPr>
        <p:txBody>
          <a:bodyPr/>
          <a:lstStyle>
            <a:lvl1pPr marL="460375" indent="-460375">
              <a:lnSpc>
                <a:spcPct val="105000"/>
              </a:lnSpc>
              <a:buSzPct val="2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tabLst/>
              <a:defRPr sz="2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DCB72D6A-58E0-F23B-55F1-094346E4FA6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07481" y="4287496"/>
            <a:ext cx="5349240" cy="1051560"/>
          </a:xfrm>
          <a:prstGeom prst="rect">
            <a:avLst/>
          </a:prstGeom>
        </p:spPr>
        <p:txBody>
          <a:bodyPr/>
          <a:lstStyle>
            <a:lvl1pPr marL="460375" indent="-460375">
              <a:lnSpc>
                <a:spcPct val="105000"/>
              </a:lnSpc>
              <a:buSzPct val="2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tabLst/>
              <a:defRPr sz="20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</a:lstStyle>
          <a:p>
            <a:pPr lvl="0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2A7D180-24E9-9DD6-5427-D0E6E295AC5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latin typeface="+mn-lt"/>
              </a:defRPr>
            </a:lvl1pPr>
          </a:lstStyle>
          <a:p>
            <a:fld id="{F01E0726-CAE2-8245-9850-8359C3A7F10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145DF6E-467D-D156-70BE-29BE2397E02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5946816"/>
            <a:ext cx="142875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934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68">
          <p15:clr>
            <a:srgbClr val="FBAE40"/>
          </p15:clr>
        </p15:guide>
        <p15:guide id="2" orient="horz" pos="292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46551C38-F0E0-8C61-D9AD-7F0D330538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280" y="338082"/>
            <a:ext cx="11430000" cy="6400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400" b="1" i="0">
                <a:solidFill>
                  <a:schemeClr val="accent2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99B45EBF-15A8-9D68-6B66-0FD1CF4808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954063" y="1790078"/>
            <a:ext cx="3505177" cy="1039091"/>
          </a:xfrm>
          <a:prstGeom prst="rect">
            <a:avLst/>
          </a:prstGeom>
        </p:spPr>
        <p:txBody>
          <a:bodyPr/>
          <a:lstStyle>
            <a:lvl1pPr marL="460375" marR="0" indent="-460375" algn="l" defTabSz="914400" rtl="0" eaLnBrk="1" fontAlgn="auto" latinLnBrk="0" hangingPunct="1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Tx/>
              <a:buSzPct val="2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tabLst/>
              <a:defRPr sz="2000" b="1">
                <a:solidFill>
                  <a:schemeClr val="accent1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A1012A72-EAE6-B83D-DBE5-C17E99DA9B2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81500" y="1799482"/>
            <a:ext cx="3200400" cy="1039091"/>
          </a:xfrm>
          <a:prstGeom prst="rect">
            <a:avLst/>
          </a:prstGeom>
        </p:spPr>
        <p:txBody>
          <a:bodyPr/>
          <a:lstStyle>
            <a:lvl1pPr marL="412750" marR="0" indent="-412750" algn="l" defTabSz="914400" rtl="0" eaLnBrk="1" fontAlgn="auto" latinLnBrk="0" hangingPunct="1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Tx/>
              <a:buSzPct val="2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tabLst/>
              <a:defRPr sz="2000" b="1">
                <a:solidFill>
                  <a:schemeClr val="accent1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04E057CC-42B9-09F9-2AF3-D9F4DE07F52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8179" y="1790078"/>
            <a:ext cx="3200400" cy="1039091"/>
          </a:xfrm>
          <a:prstGeom prst="rect">
            <a:avLst/>
          </a:prstGeom>
        </p:spPr>
        <p:txBody>
          <a:bodyPr/>
          <a:lstStyle>
            <a:lvl1pPr marL="460375" marR="0" indent="-444500" algn="l" defTabSz="914400" rtl="0" eaLnBrk="1" fontAlgn="auto" latinLnBrk="0" hangingPunct="1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Tx/>
              <a:buSzPct val="2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tabLst/>
              <a:defRPr sz="2000" b="1">
                <a:solidFill>
                  <a:schemeClr val="accent1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461FE1C9-FEFF-6409-67C3-22E6C7664C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8525" y="3158072"/>
            <a:ext cx="3200400" cy="1039091"/>
          </a:xfrm>
          <a:prstGeom prst="rect">
            <a:avLst/>
          </a:prstGeom>
        </p:spPr>
        <p:txBody>
          <a:bodyPr/>
          <a:lstStyle>
            <a:lvl1pPr marL="460375" indent="-460375">
              <a:lnSpc>
                <a:spcPct val="105000"/>
              </a:lnSpc>
              <a:buSzPct val="2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tabLst/>
              <a:defRPr sz="2000" b="1" i="0">
                <a:solidFill>
                  <a:schemeClr val="accent1"/>
                </a:solidFill>
                <a:latin typeface="Tenorite" pitchFamily="2" charset="0"/>
              </a:defRPr>
            </a:lvl1pPr>
            <a:lvl2pPr>
              <a:defRPr sz="2000" b="1" i="0">
                <a:solidFill>
                  <a:schemeClr val="accent1"/>
                </a:solidFill>
                <a:latin typeface="Tenorite" pitchFamily="2" charset="0"/>
              </a:defRPr>
            </a:lvl2pPr>
            <a:lvl3pPr>
              <a:defRPr sz="2000" b="1" i="0">
                <a:solidFill>
                  <a:schemeClr val="accent1"/>
                </a:solidFill>
                <a:latin typeface="Tenorite" pitchFamily="2" charset="0"/>
              </a:defRPr>
            </a:lvl3pPr>
            <a:lvl4pPr>
              <a:defRPr sz="2000" b="1" i="0">
                <a:solidFill>
                  <a:schemeClr val="accent1"/>
                </a:solidFill>
                <a:latin typeface="Tenorite" pitchFamily="2" charset="0"/>
              </a:defRPr>
            </a:lvl4pPr>
            <a:lvl5pPr>
              <a:defRPr sz="2000" b="1" i="0">
                <a:solidFill>
                  <a:schemeClr val="accent1"/>
                </a:solidFill>
                <a:latin typeface="Tenorite" pitchFamily="2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02890911-8268-B557-899B-4F09B518A39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81294" y="3167476"/>
            <a:ext cx="3200400" cy="1039091"/>
          </a:xfrm>
          <a:prstGeom prst="rect">
            <a:avLst/>
          </a:prstGeom>
        </p:spPr>
        <p:txBody>
          <a:bodyPr/>
          <a:lstStyle>
            <a:lvl1pPr marL="460375" indent="-460375">
              <a:lnSpc>
                <a:spcPct val="105000"/>
              </a:lnSpc>
              <a:buSzPct val="2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tabLst/>
              <a:defRPr sz="2000" b="1" i="0">
                <a:solidFill>
                  <a:schemeClr val="accent1"/>
                </a:solidFill>
                <a:latin typeface="Tenorite" pitchFamily="2" charset="0"/>
              </a:defRPr>
            </a:lvl1pPr>
            <a:lvl2pPr>
              <a:defRPr sz="2000" b="1" i="0">
                <a:solidFill>
                  <a:schemeClr val="accent1"/>
                </a:solidFill>
                <a:latin typeface="Tenorite" pitchFamily="2" charset="0"/>
              </a:defRPr>
            </a:lvl2pPr>
            <a:lvl3pPr>
              <a:defRPr sz="2000" b="1" i="0">
                <a:solidFill>
                  <a:schemeClr val="accent1"/>
                </a:solidFill>
                <a:latin typeface="Tenorite" pitchFamily="2" charset="0"/>
              </a:defRPr>
            </a:lvl3pPr>
            <a:lvl4pPr>
              <a:defRPr sz="2000" b="1" i="0">
                <a:solidFill>
                  <a:schemeClr val="accent1"/>
                </a:solidFill>
                <a:latin typeface="Tenorite" pitchFamily="2" charset="0"/>
              </a:defRPr>
            </a:lvl4pPr>
            <a:lvl5pPr>
              <a:defRPr sz="2000" b="1" i="0">
                <a:solidFill>
                  <a:schemeClr val="accent1"/>
                </a:solidFill>
                <a:latin typeface="Tenorite" pitchFamily="2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F251E04A-45D8-71DF-2EB1-965C595BDB8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54063" y="3158073"/>
            <a:ext cx="3505177" cy="1039091"/>
          </a:xfrm>
          <a:prstGeom prst="rect">
            <a:avLst/>
          </a:prstGeom>
        </p:spPr>
        <p:txBody>
          <a:bodyPr/>
          <a:lstStyle>
            <a:lvl1pPr marL="460375" indent="-460375">
              <a:lnSpc>
                <a:spcPct val="105000"/>
              </a:lnSpc>
              <a:buSzPct val="2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tabLst/>
              <a:defRPr sz="2000" b="1" i="0">
                <a:solidFill>
                  <a:schemeClr val="accent1"/>
                </a:solidFill>
                <a:latin typeface="Tenorite" pitchFamily="2" charset="0"/>
              </a:defRPr>
            </a:lvl1pPr>
            <a:lvl2pPr>
              <a:defRPr sz="2000" b="1" i="0">
                <a:solidFill>
                  <a:schemeClr val="accent1"/>
                </a:solidFill>
                <a:latin typeface="Tenorite" pitchFamily="2" charset="0"/>
              </a:defRPr>
            </a:lvl2pPr>
            <a:lvl3pPr>
              <a:defRPr sz="2000" b="1" i="0">
                <a:solidFill>
                  <a:schemeClr val="accent1"/>
                </a:solidFill>
                <a:latin typeface="Tenorite" pitchFamily="2" charset="0"/>
              </a:defRPr>
            </a:lvl3pPr>
            <a:lvl4pPr>
              <a:defRPr sz="2000" b="1" i="0">
                <a:solidFill>
                  <a:schemeClr val="accent1"/>
                </a:solidFill>
                <a:latin typeface="Tenorite" pitchFamily="2" charset="0"/>
              </a:defRPr>
            </a:lvl4pPr>
            <a:lvl5pPr>
              <a:defRPr sz="2000" b="1" i="0">
                <a:solidFill>
                  <a:schemeClr val="accent1"/>
                </a:solidFill>
                <a:latin typeface="Tenorite" pitchFamily="2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079040A-AE53-D8C7-5C56-25613121316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8525" y="4531320"/>
            <a:ext cx="3200400" cy="1039091"/>
          </a:xfrm>
          <a:prstGeom prst="rect">
            <a:avLst/>
          </a:prstGeom>
        </p:spPr>
        <p:txBody>
          <a:bodyPr/>
          <a:lstStyle>
            <a:lvl1pPr marL="460375" indent="-460375">
              <a:lnSpc>
                <a:spcPct val="105000"/>
              </a:lnSpc>
              <a:buSzPct val="2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tabLst/>
              <a:defRPr sz="2000" b="1" i="0">
                <a:solidFill>
                  <a:schemeClr val="accent1"/>
                </a:solidFill>
                <a:latin typeface="Tenorite" pitchFamily="2" charset="0"/>
              </a:defRPr>
            </a:lvl1pPr>
            <a:lvl2pPr>
              <a:buNone/>
              <a:defRPr sz="2000" b="1" i="0">
                <a:solidFill>
                  <a:schemeClr val="accent1"/>
                </a:solidFill>
                <a:latin typeface="Tenorite" pitchFamily="2" charset="0"/>
              </a:defRPr>
            </a:lvl2pPr>
            <a:lvl3pPr>
              <a:buNone/>
              <a:defRPr sz="2000" b="1" i="0">
                <a:solidFill>
                  <a:schemeClr val="accent1"/>
                </a:solidFill>
                <a:latin typeface="Tenorite" pitchFamily="2" charset="0"/>
              </a:defRPr>
            </a:lvl3pPr>
            <a:lvl4pPr>
              <a:buNone/>
              <a:defRPr sz="2000" b="1" i="0">
                <a:solidFill>
                  <a:schemeClr val="accent1"/>
                </a:solidFill>
                <a:latin typeface="Tenorite" pitchFamily="2" charset="0"/>
              </a:defRPr>
            </a:lvl4pPr>
            <a:lvl5pPr>
              <a:buNone/>
              <a:defRPr sz="2000" b="1" i="0">
                <a:solidFill>
                  <a:schemeClr val="accent1"/>
                </a:solidFill>
                <a:latin typeface="Tenorite" pitchFamily="2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6" name="Text Placeholder 26">
            <a:extLst>
              <a:ext uri="{FF2B5EF4-FFF2-40B4-BE49-F238E27FC236}">
                <a16:creationId xmlns:a16="http://schemas.microsoft.com/office/drawing/2014/main" id="{1D017A6B-B253-1121-3326-6DCCF30AA0E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81294" y="4540724"/>
            <a:ext cx="3200400" cy="1039091"/>
          </a:xfrm>
          <a:prstGeom prst="rect">
            <a:avLst/>
          </a:prstGeom>
        </p:spPr>
        <p:txBody>
          <a:bodyPr/>
          <a:lstStyle>
            <a:lvl1pPr marL="460375" indent="-460375">
              <a:buSzPct val="2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tabLst/>
              <a:defRPr sz="2000" b="1" i="0">
                <a:solidFill>
                  <a:schemeClr val="accent1"/>
                </a:solidFill>
                <a:latin typeface="Tenorite" pitchFamily="2" charset="0"/>
              </a:defRPr>
            </a:lvl1pPr>
            <a:lvl2pPr>
              <a:buNone/>
              <a:defRPr sz="2000" b="1" i="0">
                <a:solidFill>
                  <a:schemeClr val="accent1"/>
                </a:solidFill>
                <a:latin typeface="Tenorite" pitchFamily="2" charset="0"/>
              </a:defRPr>
            </a:lvl2pPr>
            <a:lvl3pPr>
              <a:buNone/>
              <a:defRPr sz="2000" b="1" i="0">
                <a:solidFill>
                  <a:schemeClr val="accent1"/>
                </a:solidFill>
                <a:latin typeface="Tenorite" pitchFamily="2" charset="0"/>
              </a:defRPr>
            </a:lvl3pPr>
            <a:lvl4pPr>
              <a:buNone/>
              <a:defRPr sz="2000" b="1" i="0">
                <a:solidFill>
                  <a:schemeClr val="accent1"/>
                </a:solidFill>
                <a:latin typeface="Tenorite" pitchFamily="2" charset="0"/>
              </a:defRPr>
            </a:lvl4pPr>
            <a:lvl5pPr>
              <a:buNone/>
              <a:defRPr sz="2000" b="1" i="0">
                <a:solidFill>
                  <a:schemeClr val="accent1"/>
                </a:solidFill>
                <a:latin typeface="Tenorite" pitchFamily="2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28">
            <a:extLst>
              <a:ext uri="{FF2B5EF4-FFF2-40B4-BE49-F238E27FC236}">
                <a16:creationId xmlns:a16="http://schemas.microsoft.com/office/drawing/2014/main" id="{7B9BCDC9-B19D-B18F-7C72-BF93828B76A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54063" y="4531320"/>
            <a:ext cx="3505177" cy="1039091"/>
          </a:xfrm>
          <a:prstGeom prst="rect">
            <a:avLst/>
          </a:prstGeom>
        </p:spPr>
        <p:txBody>
          <a:bodyPr/>
          <a:lstStyle>
            <a:lvl1pPr marL="460375" indent="-460375">
              <a:lnSpc>
                <a:spcPct val="105000"/>
              </a:lnSpc>
              <a:buSzPct val="2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tabLst/>
              <a:defRPr sz="2000" b="1" i="0">
                <a:solidFill>
                  <a:schemeClr val="accent1"/>
                </a:solidFill>
                <a:latin typeface="Tenorite" pitchFamily="2" charset="0"/>
              </a:defRPr>
            </a:lvl1pPr>
            <a:lvl2pPr>
              <a:buNone/>
              <a:defRPr sz="2000" b="1" i="0">
                <a:solidFill>
                  <a:schemeClr val="accent1"/>
                </a:solidFill>
                <a:latin typeface="Tenorite" pitchFamily="2" charset="0"/>
              </a:defRPr>
            </a:lvl2pPr>
            <a:lvl3pPr>
              <a:buNone/>
              <a:defRPr sz="2000" b="1" i="0">
                <a:solidFill>
                  <a:schemeClr val="accent1"/>
                </a:solidFill>
                <a:latin typeface="Tenorite" pitchFamily="2" charset="0"/>
              </a:defRPr>
            </a:lvl3pPr>
            <a:lvl4pPr>
              <a:buNone/>
              <a:defRPr sz="2000" b="1" i="0">
                <a:solidFill>
                  <a:schemeClr val="accent1"/>
                </a:solidFill>
                <a:latin typeface="Tenorite" pitchFamily="2" charset="0"/>
              </a:defRPr>
            </a:lvl4pPr>
            <a:lvl5pPr>
              <a:buNone/>
              <a:defRPr sz="2000" b="1" i="0">
                <a:solidFill>
                  <a:schemeClr val="accent1"/>
                </a:solidFill>
                <a:latin typeface="Tenorite" pitchFamily="2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E13E5DED-FBE2-8C7A-83B1-91EC94732825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latin typeface="+mn-lt"/>
              </a:defRPr>
            </a:lvl1pPr>
          </a:lstStyle>
          <a:p>
            <a:fld id="{F01E0726-CAE2-8245-9850-8359C3A7F10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6A36F7A-09DD-A950-D067-4950513354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5946816"/>
            <a:ext cx="142875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5511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C5457BE8-D941-1189-C40F-5AA7C650D5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280" y="338328"/>
            <a:ext cx="11430000" cy="6400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400" b="1" i="0">
                <a:solidFill>
                  <a:schemeClr val="accent2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D6614B51-47F1-C010-F85C-E5E6FAEB16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8866" y="1784523"/>
            <a:ext cx="2743200" cy="914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B6877F50-7B6D-3945-6855-B4194C0889E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33286" y="1784523"/>
            <a:ext cx="2743200" cy="914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D3D5DB2A-A6C9-84EA-9380-3757039E6E6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11184" y="1784523"/>
            <a:ext cx="2743200" cy="914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2C9705D3-B8A0-C5E6-DCD8-9AFEADA9877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84142" y="5243925"/>
            <a:ext cx="2743200" cy="685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CA330B67-242E-F12D-4B19-9803FADF032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03408" y="5239619"/>
            <a:ext cx="2743200" cy="685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0EF92B1-4D3B-1994-A11D-C1863121D72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8866" y="3046528"/>
            <a:ext cx="2743200" cy="317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Tenorite" pitchFamily="2" charset="0"/>
              </a:defRPr>
            </a:lvl1pPr>
          </a:lstStyle>
          <a:p>
            <a:pPr lvl="0"/>
            <a:r>
              <a:rPr lang="en-US"/>
              <a:t>XX/XX</a:t>
            </a:r>
          </a:p>
        </p:txBody>
      </p:sp>
      <p:sp>
        <p:nvSpPr>
          <p:cNvPr id="42" name="Text Placeholder 40">
            <a:extLst>
              <a:ext uri="{FF2B5EF4-FFF2-40B4-BE49-F238E27FC236}">
                <a16:creationId xmlns:a16="http://schemas.microsoft.com/office/drawing/2014/main" id="{A12B5C39-5BC8-BCE4-EF85-3B28A30F191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33286" y="3051405"/>
            <a:ext cx="2743200" cy="317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Tenorite" pitchFamily="2" charset="0"/>
              </a:defRPr>
            </a:lvl1pPr>
          </a:lstStyle>
          <a:p>
            <a:pPr lvl="0"/>
            <a:r>
              <a:rPr lang="en-US"/>
              <a:t>XX/XX</a:t>
            </a:r>
          </a:p>
        </p:txBody>
      </p:sp>
      <p:sp>
        <p:nvSpPr>
          <p:cNvPr id="43" name="Text Placeholder 40">
            <a:extLst>
              <a:ext uri="{FF2B5EF4-FFF2-40B4-BE49-F238E27FC236}">
                <a16:creationId xmlns:a16="http://schemas.microsoft.com/office/drawing/2014/main" id="{8D8FD24C-F595-B766-B3A9-2039F031110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11184" y="3046528"/>
            <a:ext cx="2743200" cy="317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Tenorite" pitchFamily="2" charset="0"/>
              </a:defRPr>
            </a:lvl1pPr>
          </a:lstStyle>
          <a:p>
            <a:pPr lvl="0"/>
            <a:r>
              <a:rPr lang="en-US"/>
              <a:t>XX/XX</a:t>
            </a:r>
          </a:p>
        </p:txBody>
      </p:sp>
      <p:sp>
        <p:nvSpPr>
          <p:cNvPr id="44" name="Text Placeholder 40">
            <a:extLst>
              <a:ext uri="{FF2B5EF4-FFF2-40B4-BE49-F238E27FC236}">
                <a16:creationId xmlns:a16="http://schemas.microsoft.com/office/drawing/2014/main" id="{6CD3A494-3142-4773-7456-8825D7A6E52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84141" y="4479103"/>
            <a:ext cx="2743200" cy="317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Tenorite" pitchFamily="2" charset="0"/>
              </a:defRPr>
            </a:lvl1pPr>
          </a:lstStyle>
          <a:p>
            <a:pPr lvl="0"/>
            <a:r>
              <a:rPr lang="en-US"/>
              <a:t>XX/XX</a:t>
            </a:r>
          </a:p>
        </p:txBody>
      </p:sp>
      <p:sp>
        <p:nvSpPr>
          <p:cNvPr id="45" name="Text Placeholder 40">
            <a:extLst>
              <a:ext uri="{FF2B5EF4-FFF2-40B4-BE49-F238E27FC236}">
                <a16:creationId xmlns:a16="http://schemas.microsoft.com/office/drawing/2014/main" id="{B664516A-80A4-F91F-ED09-093F4215196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03407" y="4473966"/>
            <a:ext cx="2743200" cy="317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Tenorite" pitchFamily="2" charset="0"/>
              </a:defRPr>
            </a:lvl1pPr>
          </a:lstStyle>
          <a:p>
            <a:pPr lvl="0"/>
            <a:r>
              <a:rPr lang="en-US"/>
              <a:t>XX/XX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5AACBF-6AFB-3F56-63E7-D93218FAE68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latin typeface="+mn-lt"/>
              </a:defRPr>
            </a:lvl1pPr>
          </a:lstStyle>
          <a:p>
            <a:fld id="{F01E0726-CAE2-8245-9850-8359C3A7F10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B40D68C-E45D-B69A-4889-88B4F47F81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5946816"/>
            <a:ext cx="142875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4973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99ADE4-EBF6-08D6-4DC0-FC5826F5A6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39343" y="1308727"/>
            <a:ext cx="4370326" cy="43703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F8A94E-893C-E81D-43A5-65D11F78313E}"/>
              </a:ext>
            </a:extLst>
          </p:cNvPr>
          <p:cNvSpPr txBox="1"/>
          <p:nvPr userDrawn="1"/>
        </p:nvSpPr>
        <p:spPr>
          <a:xfrm>
            <a:off x="2852069" y="3493890"/>
            <a:ext cx="1828682" cy="51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IMAGE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A42866-E417-DAF2-5E93-3AADFE6D4A56}"/>
              </a:ext>
            </a:extLst>
          </p:cNvPr>
          <p:cNvSpPr/>
          <p:nvPr userDrawn="1"/>
        </p:nvSpPr>
        <p:spPr>
          <a:xfrm>
            <a:off x="2431017" y="1665090"/>
            <a:ext cx="3657600" cy="3657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IMAGE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6A76CAD-25E4-8512-72A7-8E25C0D8B2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2712" y="338328"/>
            <a:ext cx="11362446" cy="6400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400" b="1" i="0">
                <a:solidFill>
                  <a:schemeClr val="accent2"/>
                </a:solidFill>
                <a:latin typeface="Tenorite" pitchFamily="2" charset="0"/>
              </a:defRPr>
            </a:lvl1pPr>
          </a:lstStyle>
          <a:p>
            <a:pPr lvl="0"/>
            <a:r>
              <a:rPr lang="en-US"/>
              <a:t>Speakers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E2E257F-2902-D1CA-8377-DC532B7F1F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30720" y="2886456"/>
            <a:ext cx="4804079" cy="4572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B74AB81A-7FAD-DEF7-7D3D-1633F713835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30720" y="3525252"/>
            <a:ext cx="4804079" cy="4572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1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865CE427-E7B9-1052-8BCB-4EB03B2DCFD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430463" y="1685166"/>
            <a:ext cx="3657600" cy="3657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835BDE57-999A-D5ED-D0B1-F14387059B2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latin typeface="+mn-lt"/>
              </a:defRPr>
            </a:lvl1pPr>
          </a:lstStyle>
          <a:p>
            <a:fld id="{F01E0726-CAE2-8245-9850-8359C3A7F10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74E248C-A34F-9E74-A2CB-0AB561D359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5946816"/>
            <a:ext cx="142875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272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B8C7E4-0508-68CA-E89C-2BC7F2F10F3F}"/>
              </a:ext>
            </a:extLst>
          </p:cNvPr>
          <p:cNvSpPr txBox="1"/>
          <p:nvPr userDrawn="1"/>
        </p:nvSpPr>
        <p:spPr>
          <a:xfrm>
            <a:off x="2953407" y="2837793"/>
            <a:ext cx="1303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IMAGE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A075F1-416D-3409-A50E-620CADF5C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530" y="1357688"/>
            <a:ext cx="3017166" cy="30171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990F77-678E-4667-987E-216F06AB8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4305" y="1359609"/>
            <a:ext cx="3017167" cy="301716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8E77D39-563C-2CA7-3FD2-51221B051834}"/>
              </a:ext>
            </a:extLst>
          </p:cNvPr>
          <p:cNvSpPr/>
          <p:nvPr/>
        </p:nvSpPr>
        <p:spPr>
          <a:xfrm>
            <a:off x="2659996" y="1664249"/>
            <a:ext cx="2445783" cy="244578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IMAGE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67C57D-1E79-5900-A6A3-98B994B63373}"/>
              </a:ext>
            </a:extLst>
          </p:cNvPr>
          <p:cNvSpPr/>
          <p:nvPr/>
        </p:nvSpPr>
        <p:spPr>
          <a:xfrm>
            <a:off x="7086222" y="1664249"/>
            <a:ext cx="2445783" cy="244578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IMAGE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460A4F4A-FA84-F718-6F63-08E49613CDE8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62712" y="338101"/>
            <a:ext cx="11362446" cy="6400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400" b="1" i="0">
                <a:solidFill>
                  <a:schemeClr val="accent2"/>
                </a:solidFill>
                <a:latin typeface="Tenorite" pitchFamily="2" charset="0"/>
              </a:defRPr>
            </a:lvl1pPr>
          </a:lstStyle>
          <a:p>
            <a:pPr lvl="0"/>
            <a:r>
              <a:rPr lang="en-US"/>
              <a:t>Speakers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1C9ABFD3-E5D6-3C15-07CC-203C10C79274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2374303" y="4458100"/>
            <a:ext cx="3017167" cy="7016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solidFill>
                  <a:schemeClr val="accent1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94C1BEE5-1782-E132-33FD-91C4E78CB0B4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2374302" y="5284130"/>
            <a:ext cx="3017167" cy="58326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accent1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6FBE9A97-48BB-6FEE-9B0C-C2749FF7DB4F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6800530" y="4458099"/>
            <a:ext cx="3017166" cy="7016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solidFill>
                  <a:schemeClr val="accent1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2785292D-23AE-D623-3E52-A0006BB1E37A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6800530" y="5284130"/>
            <a:ext cx="3017166" cy="58326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accent1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8D7AE25C-9653-9BF7-C163-EADB944D7192}"/>
              </a:ext>
            </a:extLst>
          </p:cNvPr>
          <p:cNvSpPr>
            <a:spLocks noGrp="1"/>
          </p:cNvSpPr>
          <p:nvPr userDrawn="1">
            <p:ph type="pic" sz="quarter" idx="18"/>
          </p:nvPr>
        </p:nvSpPr>
        <p:spPr>
          <a:xfrm>
            <a:off x="2660650" y="1664945"/>
            <a:ext cx="2444750" cy="2446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27" name="Picture Placeholder 25">
            <a:extLst>
              <a:ext uri="{FF2B5EF4-FFF2-40B4-BE49-F238E27FC236}">
                <a16:creationId xmlns:a16="http://schemas.microsoft.com/office/drawing/2014/main" id="{F03C59A2-F6BE-AD1F-EB31-A349C991EFA0}"/>
              </a:ext>
            </a:extLst>
          </p:cNvPr>
          <p:cNvSpPr>
            <a:spLocks noGrp="1"/>
          </p:cNvSpPr>
          <p:nvPr userDrawn="1">
            <p:ph type="pic" sz="quarter" idx="19"/>
          </p:nvPr>
        </p:nvSpPr>
        <p:spPr>
          <a:xfrm>
            <a:off x="7078362" y="1664803"/>
            <a:ext cx="2444750" cy="2446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1C60437-595F-1409-7FC0-C9D787F30B80}"/>
              </a:ext>
            </a:extLst>
          </p:cNvPr>
          <p:cNvSpPr>
            <a:spLocks noGrp="1"/>
          </p:cNvSpPr>
          <p:nvPr userDrawn="1"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latin typeface="+mn-lt"/>
              </a:defRPr>
            </a:lvl1pPr>
          </a:lstStyle>
          <a:p>
            <a:fld id="{F01E0726-CAE2-8245-9850-8359C3A7F10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382A431-3C73-1661-A0A6-76DEAFB02E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5946816"/>
            <a:ext cx="142875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8867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Option 1a Blu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29558D6-8608-295B-F457-E5D55D4821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2247963"/>
            <a:ext cx="11277600" cy="1965960"/>
          </a:xfrm>
          <a:prstGeom prst="rect">
            <a:avLst/>
          </a:prstGeom>
        </p:spPr>
        <p:txBody>
          <a:bodyPr/>
          <a:lstStyle>
            <a:lvl1pPr algn="ctr">
              <a:buNone/>
              <a:defRPr sz="7200" b="0" i="0">
                <a:solidFill>
                  <a:schemeClr val="accent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EB50B8B-33D8-1547-27FC-D5F33BF755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23085" y="4127252"/>
            <a:ext cx="2745830" cy="371058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54961D0-E4DC-647C-18A8-AB3AACAA02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5946816"/>
            <a:ext cx="142875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391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Option 1a Blue Bg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29558D6-8608-295B-F457-E5D55D4821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2247963"/>
            <a:ext cx="11277600" cy="1965960"/>
          </a:xfrm>
          <a:prstGeom prst="rect">
            <a:avLst/>
          </a:prstGeom>
        </p:spPr>
        <p:txBody>
          <a:bodyPr/>
          <a:lstStyle>
            <a:lvl1pPr algn="ctr">
              <a:buNone/>
              <a:defRPr sz="7200" b="0" i="0">
                <a:solidFill>
                  <a:schemeClr val="accent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54961D0-E4DC-647C-18A8-AB3AACAA02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5946816"/>
            <a:ext cx="142875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2849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Option 1b Blu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BADC945D-2575-C2B6-880E-E0589E0028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25999" y="2388002"/>
            <a:ext cx="3008565" cy="1902109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0FDC89A-77E2-DE80-CA82-79CD9C3E0D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95989" y="1986150"/>
            <a:ext cx="5838810" cy="288570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7500"/>
              </a:lnSpc>
              <a:spcBef>
                <a:spcPts val="0"/>
              </a:spcBef>
              <a:buNone/>
              <a:defRPr sz="7000">
                <a:solidFill>
                  <a:schemeClr val="accent1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39C066-F63B-228E-F694-ED500AF22F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1228" y="2084388"/>
            <a:ext cx="1801812" cy="2689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500" b="1">
                <a:solidFill>
                  <a:schemeClr val="accent1"/>
                </a:solidFill>
                <a:latin typeface="Tenorite" pitchFamily="2" charset="0"/>
              </a:defRPr>
            </a:lvl1pPr>
          </a:lstStyle>
          <a:p>
            <a:pPr lvl="0"/>
            <a:r>
              <a:rPr lang="en-US">
                <a:latin typeface="Tenorite" pitchFamily="2" charset="0"/>
              </a:rPr>
              <a:t>#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78A75D8-3210-8989-EFCE-C8ED0F220A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5946816"/>
            <a:ext cx="142875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1379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E4C5C316-A98D-7B55-C997-D05FB2A14B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280" y="338328"/>
            <a:ext cx="11430000" cy="6400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400" b="1" i="0">
                <a:solidFill>
                  <a:schemeClr val="accent2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A558190-49F0-9FD4-BFFB-085A04BF03B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01E0726-CAE2-8245-9850-8359C3A7F105}" type="slidenum">
              <a:rPr lang="en-US" smtClean="0"/>
              <a:pPr/>
              <a:t>‹#›</a:t>
            </a:fld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AF6FFD7-FE13-8226-F09C-77847CBDB24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5946816"/>
            <a:ext cx="142875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7967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D613E0DB-E30A-EE28-EC50-DF4F2986CE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280" y="338328"/>
            <a:ext cx="11430000" cy="6400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400" b="1" i="0">
                <a:solidFill>
                  <a:schemeClr val="accent2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376BB7A-B36C-4C9C-C542-65A5336812D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1E0726-CAE2-8245-9850-8359C3A7F10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C5CACCC-6A05-32F2-8DFF-769D7C5D22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5946816"/>
            <a:ext cx="142875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1254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DF7258B3-C478-915A-0A4B-22D8AA8A56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280" y="338328"/>
            <a:ext cx="11430000" cy="6400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400" b="1" i="0">
                <a:solidFill>
                  <a:schemeClr val="accent2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55B3A09-5A67-58B3-3594-CEC3F104EBD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01E0726-CAE2-8245-9850-8359C3A7F10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551ED9E-16CB-F71C-90A2-D92FA7CAB6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5946816"/>
            <a:ext cx="142875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4233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0E858E44-07A1-C8FE-CEF6-0AA10BA6E6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280" y="338328"/>
            <a:ext cx="11430000" cy="6400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400" b="1" i="0">
                <a:solidFill>
                  <a:schemeClr val="accent2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788D0C-C6C9-E947-A201-AF0045C47A4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F01E0726-CAE2-8245-9850-8359C3A7F10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45D15D4-8643-7BE7-1260-9E7125120A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5946816"/>
            <a:ext cx="142875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1130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0B90830-C6B5-47BB-8779-3AB112E68CC3}"/>
              </a:ext>
            </a:extLst>
          </p:cNvPr>
          <p:cNvSpPr/>
          <p:nvPr userDrawn="1"/>
        </p:nvSpPr>
        <p:spPr>
          <a:xfrm>
            <a:off x="288114" y="3055717"/>
            <a:ext cx="1921398" cy="19213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190D74-AB2B-3D9C-98A6-2131FD6696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200" y="3223596"/>
            <a:ext cx="1596056" cy="1591416"/>
          </a:xfrm>
          <a:prstGeom prst="rect">
            <a:avLst/>
          </a:prstGeom>
        </p:spPr>
      </p:pic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D237ACD0-42E3-DAC0-4EA3-0CD3908D172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5989" y="243012"/>
            <a:ext cx="11541211" cy="4572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400">
                <a:solidFill>
                  <a:schemeClr val="accent1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1186B8A-A226-BC59-B349-24BB3789493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latin typeface="+mn-lt"/>
              </a:defRPr>
            </a:lvl1pPr>
          </a:lstStyle>
          <a:p>
            <a:fld id="{F01E0726-CAE2-8245-9850-8359C3A7F10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A10AF34-EE4A-4743-B46E-0882921B44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5946816"/>
            <a:ext cx="142875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9296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93045D1E-AE51-A6B6-83E0-328CAECE3F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45017" y="1489786"/>
            <a:ext cx="1384300" cy="8724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solidFill>
                  <a:schemeClr val="accent1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5F8B91DC-4084-F3A7-06DA-3BF5E14CE7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62817" y="1489786"/>
            <a:ext cx="1384300" cy="8724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solidFill>
                  <a:schemeClr val="accent1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12E402F4-2B9B-FCA2-CA27-B1627F5EE6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780617" y="1489786"/>
            <a:ext cx="1384300" cy="8724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solidFill>
                  <a:schemeClr val="accent1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29165F6C-F4BB-9CA6-2B64-2FFDE86C95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62683" y="1489786"/>
            <a:ext cx="1384300" cy="8724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solidFill>
                  <a:schemeClr val="accent1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FB29F40D-7F88-9869-AFF1-330660CFBBE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4374" y="2765727"/>
            <a:ext cx="2422422" cy="301752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400">
                <a:solidFill>
                  <a:schemeClr val="accent1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CBACFB0-FFE1-F359-36AF-13E87A2C10D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543756" y="2765727"/>
            <a:ext cx="2422422" cy="301752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400">
                <a:solidFill>
                  <a:schemeClr val="accent1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53AEB60A-D695-3F55-01CA-90371F3F2AF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61556" y="2765727"/>
            <a:ext cx="2422422" cy="301752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400">
                <a:solidFill>
                  <a:schemeClr val="accent1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927B596C-6B52-3DC1-26D9-E4849E3EB4C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943622" y="2765727"/>
            <a:ext cx="2422422" cy="301752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400">
                <a:solidFill>
                  <a:schemeClr val="accent1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7803EBF6-3AC1-E075-C5E8-BABE90C2C5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280" y="338328"/>
            <a:ext cx="11430000" cy="6400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400" b="1" i="0">
                <a:solidFill>
                  <a:schemeClr val="accent2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4D54BC-9A16-C92D-CD93-56E080E3AFE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01E0726-CAE2-8245-9850-8359C3A7F10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196984C-4D81-14F5-BCD1-A1E4EF4F8F8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360323" y="860029"/>
            <a:ext cx="1879996" cy="36576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AF87663D-C48D-38B6-D8F5-D18F754AFC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5946816"/>
            <a:ext cx="142875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175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ru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B1C0FD4-ED46-772F-9152-A5D584B74B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280" y="338328"/>
            <a:ext cx="11430000" cy="6400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400" b="1" i="0">
                <a:solidFill>
                  <a:srgbClr val="0052B8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601D17-E204-A1DC-242C-0C3544C79E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H="1">
            <a:off x="363245" y="853749"/>
            <a:ext cx="1766934" cy="49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6458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stru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32EA4BE-2A17-282B-2BC7-C8097ED7D8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360323" y="860029"/>
            <a:ext cx="1879996" cy="36576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B1C0FD4-ED46-772F-9152-A5D584B74B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280" y="338328"/>
            <a:ext cx="11430000" cy="6400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400" b="1" i="0">
                <a:solidFill>
                  <a:srgbClr val="0052B8"/>
                </a:solidFill>
                <a:latin typeface="Tenorite" pitchFamily="2" charset="0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15684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0582A3-3D00-47C7-F402-242DB7EC57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01E0726-CAE2-8245-9850-8359C3A7F105}" type="slidenum">
              <a:rPr lang="en-US" smtClean="0"/>
              <a:pPr/>
              <a:t>‹#›</a:t>
            </a:fld>
            <a:endParaRPr 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17604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4ED4F3-A310-A9F1-1B56-6D718DD628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465" t="19981" b="260"/>
          <a:stretch>
            <a:fillRect/>
          </a:stretch>
        </p:blipFill>
        <p:spPr>
          <a:xfrm>
            <a:off x="3570050" y="1936376"/>
            <a:ext cx="8621949" cy="4921623"/>
          </a:xfrm>
          <a:prstGeom prst="rect">
            <a:avLst/>
          </a:prstGeom>
          <a:ln w="22225">
            <a:noFill/>
          </a:ln>
        </p:spPr>
      </p:pic>
    </p:spTree>
    <p:extLst>
      <p:ext uri="{BB962C8B-B14F-4D97-AF65-F5344CB8AC3E}">
        <p14:creationId xmlns:p14="http://schemas.microsoft.com/office/powerpoint/2010/main" val="231601749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1344D5-6E92-C74F-7585-B880B9E5B7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-199" t="30046" r="66772" b="9998"/>
          <a:stretch/>
        </p:blipFill>
        <p:spPr>
          <a:xfrm rot="10800000">
            <a:off x="0" y="-10512"/>
            <a:ext cx="3445346" cy="68685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BE6F1E8-DE53-F0DA-03E8-04688645E9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l="-199" t="30046" r="66772" b="9998"/>
          <a:stretch/>
        </p:blipFill>
        <p:spPr>
          <a:xfrm>
            <a:off x="8747710" y="-10512"/>
            <a:ext cx="3445346" cy="686851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69C4A8B-F9F2-EC81-FCFD-A2FF632F822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98764" y="2518773"/>
            <a:ext cx="5666936" cy="1813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16476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8997B3B-D915-49C0-51D1-62EF2A2BB1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39988" y="6274340"/>
            <a:ext cx="548640" cy="457199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solidFill>
                  <a:schemeClr val="accent1"/>
                </a:solidFill>
                <a:latin typeface="+mn-lt"/>
              </a:defRPr>
            </a:lvl1pPr>
          </a:lstStyle>
          <a:p>
            <a:fld id="{F01E0726-CAE2-8245-9850-8359C3A7F105}" type="slidenum">
              <a:rPr lang="en-US" smtClean="0"/>
              <a:pPr/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4065956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05" r:id="rId2"/>
    <p:sldLayoutId id="2147483781" r:id="rId3"/>
    <p:sldLayoutId id="2147483669" r:id="rId4"/>
    <p:sldLayoutId id="2147483780" r:id="rId5"/>
    <p:sldLayoutId id="2147483677" r:id="rId6"/>
    <p:sldLayoutId id="2147483675" r:id="rId7"/>
    <p:sldLayoutId id="2147483679" r:id="rId8"/>
    <p:sldLayoutId id="2147483681" r:id="rId9"/>
    <p:sldLayoutId id="2147483683" r:id="rId10"/>
    <p:sldLayoutId id="2147483771" r:id="rId11"/>
    <p:sldLayoutId id="2147483685" r:id="rId12"/>
    <p:sldLayoutId id="2147483772" r:id="rId13"/>
    <p:sldLayoutId id="2147483773" r:id="rId14"/>
    <p:sldLayoutId id="2147483689" r:id="rId15"/>
    <p:sldLayoutId id="2147483665" r:id="rId16"/>
    <p:sldLayoutId id="2147483667" r:id="rId17"/>
    <p:sldLayoutId id="2147483653" r:id="rId18"/>
    <p:sldLayoutId id="2147483784" r:id="rId19"/>
    <p:sldLayoutId id="2147483654" r:id="rId20"/>
    <p:sldLayoutId id="2147483692" r:id="rId21"/>
    <p:sldLayoutId id="2147483693" r:id="rId22"/>
    <p:sldLayoutId id="2147483694" r:id="rId23"/>
    <p:sldLayoutId id="2147483695" r:id="rId24"/>
    <p:sldLayoutId id="2147483696" r:id="rId25"/>
    <p:sldLayoutId id="2147483700" r:id="rId26"/>
    <p:sldLayoutId id="2147483774" r:id="rId27"/>
    <p:sldLayoutId id="2147483783" r:id="rId28"/>
    <p:sldLayoutId id="2147483775" r:id="rId29"/>
    <p:sldLayoutId id="2147483782" r:id="rId30"/>
    <p:sldLayoutId id="2147483702" r:id="rId3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3" pos="7392" userDrawn="1">
          <p15:clr>
            <a:srgbClr val="F26B43"/>
          </p15:clr>
        </p15:guide>
        <p15:guide id="5" pos="288" userDrawn="1">
          <p15:clr>
            <a:srgbClr val="F26B43"/>
          </p15:clr>
        </p15:guide>
        <p15:guide id="6" pos="7680" userDrawn="1">
          <p15:clr>
            <a:srgbClr val="F26B43"/>
          </p15:clr>
        </p15:guide>
        <p15:guide id="7" orient="horz" pos="288" userDrawn="1">
          <p15:clr>
            <a:srgbClr val="F26B43"/>
          </p15:clr>
        </p15:guide>
        <p15:guide id="9" orient="horz" pos="4032" userDrawn="1">
          <p15:clr>
            <a:srgbClr val="F26B43"/>
          </p15:clr>
        </p15:guide>
        <p15:guide id="11" pos="3840" userDrawn="1">
          <p15:clr>
            <a:srgbClr val="F26B43"/>
          </p15:clr>
        </p15:guide>
        <p15:guide id="12" orient="horz" pos="2160" userDrawn="1">
          <p15:clr>
            <a:srgbClr val="F26B43"/>
          </p15:clr>
        </p15:guide>
        <p15:guide id="13" orient="horz" pos="3744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Blue Theme">
  <a:themeElements>
    <a:clrScheme name="SOA COLORS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092369"/>
      </a:accent1>
      <a:accent2>
        <a:srgbClr val="0051B8"/>
      </a:accent2>
      <a:accent3>
        <a:srgbClr val="8F88F8"/>
      </a:accent3>
      <a:accent4>
        <a:srgbClr val="51C8FF"/>
      </a:accent4>
      <a:accent5>
        <a:srgbClr val="B3CE36"/>
      </a:accent5>
      <a:accent6>
        <a:srgbClr val="FF383C"/>
      </a:accent6>
      <a:hlink>
        <a:srgbClr val="0051B8"/>
      </a:hlink>
      <a:folHlink>
        <a:srgbClr val="D18ACC"/>
      </a:folHlink>
    </a:clrScheme>
    <a:fontScheme name="Custom">
      <a:majorFont>
        <a:latin typeface="Tenorite Bold"/>
        <a:ea typeface=""/>
        <a:cs typeface=""/>
      </a:majorFont>
      <a:minorFont>
        <a:latin typeface="Tenorite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oa-white (fixed by LDS).potx" id="{51A656D7-0558-4A20-BE81-720BE81E2DC8}" vid="{A1E1016A-6AFC-41ED-884E-BE7FC3682E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A404175-4AD4-AC4F-91B0-C9AB1E5528E9}">
  <we:reference id="wa200000729" version="4.6.79.0" store="en-US" storeType="OMEX"/>
  <we:alternateReferences>
    <we:reference id="WA200000729" version="4.6.79.0" store="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CF829EAF84CB428F9DA13488D45B03" ma:contentTypeVersion="11" ma:contentTypeDescription="Create a new document." ma:contentTypeScope="" ma:versionID="1b01fcfadd14d7ddab6642ecdb5e9373">
  <xsd:schema xmlns:xsd="http://www.w3.org/2001/XMLSchema" xmlns:xs="http://www.w3.org/2001/XMLSchema" xmlns:p="http://schemas.microsoft.com/office/2006/metadata/properties" xmlns:ns2="4e384e4d-b591-423f-877a-7040cfca109a" xmlns:ns3="5806496a-57ac-4720-b540-d851a8b981ea" targetNamespace="http://schemas.microsoft.com/office/2006/metadata/properties" ma:root="true" ma:fieldsID="d2b39c25859d3bc05249cb6e896c7828" ns2:_="" ns3:_="">
    <xsd:import namespace="4e384e4d-b591-423f-877a-7040cfca109a"/>
    <xsd:import namespace="5806496a-57ac-4720-b540-d851a8b981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384e4d-b591-423f-877a-7040cfca10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5267e5f2-3cc9-4b2c-97a9-20aec386c2b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06496a-57ac-4720-b540-d851a8b981ea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44a0d3a5-0325-4622-acd4-d24e135c061c}" ma:internalName="TaxCatchAll" ma:showField="CatchAllData" ma:web="5806496a-57ac-4720-b540-d851a8b981e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e384e4d-b591-423f-877a-7040cfca109a">
      <Terms xmlns="http://schemas.microsoft.com/office/infopath/2007/PartnerControls"/>
    </lcf76f155ced4ddcb4097134ff3c332f>
    <TaxCatchAll xmlns="5806496a-57ac-4720-b540-d851a8b981ea" xsi:nil="true"/>
  </documentManagement>
</p:properties>
</file>

<file path=customXml/itemProps1.xml><?xml version="1.0" encoding="utf-8"?>
<ds:datastoreItem xmlns:ds="http://schemas.openxmlformats.org/officeDocument/2006/customXml" ds:itemID="{C5C76024-E41E-431A-97B9-83017EB4DB3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55CA60-0F7C-49A2-8BEA-3C29F5181ED2}">
  <ds:schemaRefs>
    <ds:schemaRef ds:uri="4e384e4d-b591-423f-877a-7040cfca109a"/>
    <ds:schemaRef ds:uri="5806496a-57ac-4720-b540-d851a8b981e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95B808C-63C8-4BED-9215-CA58C579E64B}">
  <ds:schemaRefs>
    <ds:schemaRef ds:uri="http://schemas.openxmlformats.org/package/2006/metadata/core-properties"/>
    <ds:schemaRef ds:uri="http://www.w3.org/XML/1998/namespace"/>
    <ds:schemaRef ds:uri="http://purl.org/dc/dcmitype/"/>
    <ds:schemaRef ds:uri="http://purl.org/dc/elements/1.1/"/>
    <ds:schemaRef ds:uri="4e384e4d-b591-423f-877a-7040cfca109a"/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5806496a-57ac-4720-b540-d851a8b981ea"/>
  </ds:schemaRefs>
</ds:datastoreItem>
</file>

<file path=docMetadata/LabelInfo.xml><?xml version="1.0" encoding="utf-8"?>
<clbl:labelList xmlns:clbl="http://schemas.microsoft.com/office/2020/mipLabelMetadata">
  <clbl:label id="{7b72dd6e-c27c-4639-b124-2b12953460bf}" enabled="0" method="" siteId="{7b72dd6e-c27c-4639-b124-2b12953460b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23926</TotalTime>
  <Words>8</Words>
  <Application>Microsoft Macintosh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Tenorite</vt:lpstr>
      <vt:lpstr>Tenorite Regular</vt:lpstr>
      <vt:lpstr>Blue Theme</vt:lpstr>
      <vt:lpstr>PowerPoint Presentation</vt:lpstr>
      <vt:lpstr>PowerPoint Presentation</vt:lpstr>
      <vt:lpstr>PowerPoint Presentation</vt:lpstr>
    </vt:vector>
  </TitlesOfParts>
  <Manager/>
  <Company>Society of Actuaries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Alice Locatelli</cp:lastModifiedBy>
  <cp:revision>9</cp:revision>
  <dcterms:created xsi:type="dcterms:W3CDTF">2025-04-16T19:26:39Z</dcterms:created>
  <dcterms:modified xsi:type="dcterms:W3CDTF">2026-07-07T18:46:23Z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0x01010050CF829EAF84CB428F9DA13488D45B03</vt:lpwstr>
  </property>
  <property fmtid="{D5CDD505-2E9C-101B-9397-08002B2CF9AE}" pid="3" name="MediaServiceImageTags">
    <vt:lpwstr/>
  </property>
  <property fmtid="{D5CDD505-2E9C-101B-9397-08002B2CF9AE}" pid="4" name="Order">
    <vt:lpwstr>38800.0000000000</vt:lpwstr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lpwstr/>
  </property>
</Properties>
</file>